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058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0160" y="960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ThreatHunter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E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PowerShell TUI for Windows incident response &amp; threat hunting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3017520"/>
            <a:ext cx="3545738" cy="1463040"/>
          </a:xfrm>
          <a:prstGeom prst="roundRect">
            <a:avLst>
              <a:gd name="adj" fmla="val 6250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154680"/>
            <a:ext cx="2997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Single .ps1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299709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installs, no modules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2978" y="3017520"/>
            <a:ext cx="3545738" cy="1463040"/>
          </a:xfrm>
          <a:prstGeom prst="roundRect">
            <a:avLst>
              <a:gd name="adj" fmla="val 6250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7298" y="3154680"/>
            <a:ext cx="2997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11 modules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97298" y="3611880"/>
            <a:ext cx="299709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· procs · net · persistence · IOC · …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43037" y="3017520"/>
            <a:ext cx="3545738" cy="1463040"/>
          </a:xfrm>
          <a:prstGeom prst="roundRect">
            <a:avLst>
              <a:gd name="adj" fmla="val 6250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7357" y="3154680"/>
            <a:ext cx="2997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Evidence-aware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7357" y="3611880"/>
            <a:ext cx="299709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session log, exports, MD report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56692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Windows PowerShell 5.1 and PowerShell 7+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5989320"/>
            <a:ext cx="11185855" cy="0"/>
          </a:xfrm>
          <a:prstGeom prst="line">
            <a:avLst/>
          </a:prstGeom>
          <a:noFill/>
          <a:ln w="9525">
            <a:solidFill>
              <a:srgbClr val="2E2E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080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E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IR · Threat Hunting · v1.0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Triaging a Windows endpoint, fast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workstation looks suspicious. You have a remote shell, RDP or physical access, and roughly an hour.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consistent set of views over events, processes, network and persistence — without dragging a toolkit onto the host.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65760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 find must end up as evidence: timestamped, exportable and reviewable later.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86600" y="1691640"/>
            <a:ext cx="4602175" cy="4206240"/>
          </a:xfrm>
          <a:prstGeom prst="roundRect">
            <a:avLst>
              <a:gd name="adj" fmla="val 2174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1828800"/>
            <a:ext cx="4053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WITHOUT 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60920" y="2240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35240" y="2240280"/>
            <a:ext cx="37792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forget the right Get-WinEvent filter under pressure.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60920" y="3108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35240" y="3108960"/>
            <a:ext cx="37792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tree, signing status and command lines live in three different cmdlets.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60920" y="3977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35240" y="3977640"/>
            <a:ext cx="37792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analyst captures evidence differently — some not at all.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60920" y="4846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35240" y="4846320"/>
            <a:ext cx="37792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Off-host tools require deployment, approval and trust the analyst won’t have.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00297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 / 14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ThreatHunter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file. Eleven hunting modules.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self-contained </a:t>
            </a:r>
            <a:pPr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.ps1</a:t>
            </a:r>
            <a:pPr indent="0" marL="0">
              <a:buNone/>
            </a:pPr>
            <a:r>
              <a:rPr lang="en-US" sz="16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you can drop on any modern Windows endpoint and run.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curated modules and arbitrary cmd / PowerShell execution, all behind a chat-style terminal interface.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39319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D1D22"/>
          </a:solidFill>
          <a:ln w="9525">
            <a:solidFill>
              <a:srgbClr val="89C4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9319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9C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39319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D1D22"/>
          </a:solidFill>
          <a:ln w="9525">
            <a:solidFill>
              <a:srgbClr val="89C4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39319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9C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modules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39319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D1D22"/>
          </a:solidFill>
          <a:ln w="9525">
            <a:solidFill>
              <a:srgbClr val="89C4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39319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9C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telemetry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Windows PowerShell 5.1   ·   PowerShell 7+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9377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E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ANSI (Windows Terminal, PS 7, VS Code, ConEmu) and falls back to console colours on legacy conhost.</a:t>
            </a:r>
            <a:endParaRPr lang="en-US" sz="1300" dirty="0"/>
          </a:p>
        </p:txBody>
      </p:sp>
      <p:pic>
        <p:nvPicPr>
          <p:cNvPr id="14" name="Image 0" descr="/sessions/festive-kind-fermat/mnt/outputs/shots/01_main_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554480"/>
            <a:ext cx="5943600" cy="3794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532120" y="54406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menu — numbered options + slash commands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00297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 / 14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292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ThreatHunter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in the box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590724" cy="1280160"/>
          </a:xfrm>
          <a:prstGeom prst="roundRect">
            <a:avLst>
              <a:gd name="adj" fmla="val 7143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19072"/>
            <a:ext cx="2133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/events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21335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Viewer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1335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channels, quick views over System / Security / PowerShell / Sysmon.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7964" y="1554480"/>
            <a:ext cx="2590724" cy="1280160"/>
          </a:xfrm>
          <a:prstGeom prst="roundRect">
            <a:avLst>
              <a:gd name="adj" fmla="val 7143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6564" y="1719072"/>
            <a:ext cx="2133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/search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96564" y="2057400"/>
            <a:ext cx="21335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Search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96564" y="2423160"/>
            <a:ext cx="21335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channel, event ID, level, message regex and time range.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3008" y="1554480"/>
            <a:ext cx="2590724" cy="1280160"/>
          </a:xfrm>
          <a:prstGeom prst="roundRect">
            <a:avLst>
              <a:gd name="adj" fmla="val 7143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1608" y="1719072"/>
            <a:ext cx="2133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/procs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61608" y="2057400"/>
            <a:ext cx="21335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Monitor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61608" y="2423160"/>
            <a:ext cx="21335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snapshot, parent/child tree, signing, owners, command lines, DLLs.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98051" y="1554480"/>
            <a:ext cx="2590724" cy="1280160"/>
          </a:xfrm>
          <a:prstGeom prst="roundRect">
            <a:avLst>
              <a:gd name="adj" fmla="val 7143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651" y="1719072"/>
            <a:ext cx="2133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/hunt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651" y="2057400"/>
            <a:ext cx="21335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Hunting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651" y="2423160"/>
            <a:ext cx="21335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queries: unsigned, suspicious paths, LOLBin chains, network-active.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108960"/>
            <a:ext cx="2590724" cy="1280160"/>
          </a:xfrm>
          <a:prstGeom prst="roundRect">
            <a:avLst>
              <a:gd name="adj" fmla="val 7143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73552"/>
            <a:ext cx="2133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/net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611880"/>
            <a:ext cx="21335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state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977640"/>
            <a:ext cx="21335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TCP/UDP with PID, listening ports, DNS cache, ARP, firewall, SMB.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7964" y="3108960"/>
            <a:ext cx="2590724" cy="1280160"/>
          </a:xfrm>
          <a:prstGeom prst="roundRect">
            <a:avLst>
              <a:gd name="adj" fmla="val 7143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96564" y="3273552"/>
            <a:ext cx="2133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/persist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96564" y="3611880"/>
            <a:ext cx="21335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96564" y="3977640"/>
            <a:ext cx="21335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services, run keys, WMI subs, Winlogon, drivers, PS profiles.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33008" y="3108960"/>
            <a:ext cx="2590724" cy="1280160"/>
          </a:xfrm>
          <a:prstGeom prst="roundRect">
            <a:avLst>
              <a:gd name="adj" fmla="val 7143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3273552"/>
            <a:ext cx="2133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/forensics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61608" y="3611880"/>
            <a:ext cx="21335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artefacts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61608" y="3977640"/>
            <a:ext cx="21335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Prefetch, Amcache, ShimCache, BAM, RecentApps, UserAssist, MUICache.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98051" y="3108960"/>
            <a:ext cx="2590724" cy="1280160"/>
          </a:xfrm>
          <a:prstGeom prst="roundRect">
            <a:avLst>
              <a:gd name="adj" fmla="val 7143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651" y="3273552"/>
            <a:ext cx="2133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/auth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26651" y="3611880"/>
            <a:ext cx="21335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Logons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326651" y="3977640"/>
            <a:ext cx="21335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4624, 4625, 4672, 4740, 4648, RDP sessions, privileged groups.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4663440"/>
            <a:ext cx="2590724" cy="1280160"/>
          </a:xfrm>
          <a:prstGeom prst="roundRect">
            <a:avLst>
              <a:gd name="adj" fmla="val 7143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828032"/>
            <a:ext cx="2133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/files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" y="5166360"/>
            <a:ext cx="21335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 IOC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1520" y="5532120"/>
            <a:ext cx="21335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Hashes, recent files, IOC matching, Sysmon parser.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67964" y="4663440"/>
            <a:ext cx="2590724" cy="1280160"/>
          </a:xfrm>
          <a:prstGeom prst="roundRect">
            <a:avLst>
              <a:gd name="adj" fmla="val 7143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96564" y="4828032"/>
            <a:ext cx="2133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/cmd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596564" y="5166360"/>
            <a:ext cx="21335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cmd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596564" y="5532120"/>
            <a:ext cx="21335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cmd.exe with destructive-pattern detection.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33008" y="4663440"/>
            <a:ext cx="2590724" cy="1280160"/>
          </a:xfrm>
          <a:prstGeom prst="roundRect">
            <a:avLst>
              <a:gd name="adj" fmla="val 7143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61608" y="4828032"/>
            <a:ext cx="2133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/ps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61608" y="5166360"/>
            <a:ext cx="21335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PowerShell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61608" y="5532120"/>
            <a:ext cx="21335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PowerShell or .ps1 file with pattern detection.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098051" y="4663440"/>
            <a:ext cx="2590724" cy="1280160"/>
          </a:xfrm>
          <a:prstGeom prst="roundRect">
            <a:avLst>
              <a:gd name="adj" fmla="val 7143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26651" y="4828032"/>
            <a:ext cx="2133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/report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326651" y="5166360"/>
            <a:ext cx="21335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326651" y="5532120"/>
            <a:ext cx="21335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exports, consolidated Markdown report on exit.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100297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 / 14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292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ThreatHunter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slash commands, and one prompt</a:t>
            </a:r>
            <a:endParaRPr lang="en-US" sz="3200" dirty="0"/>
          </a:p>
        </p:txBody>
      </p:sp>
      <p:pic>
        <p:nvPicPr>
          <p:cNvPr id="4" name="Image 0" descr="/sessions/festive-kind-fermat/mnt/outputs/shots/01_main_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85216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3492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› prompt accepts: numbers, slash commands, or free text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720840" y="1691640"/>
            <a:ext cx="210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013448" y="1691640"/>
            <a:ext cx="46753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menus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013448" y="2103120"/>
            <a:ext cx="467532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1–14 for the main menu. Same convention inside each module. 0 always goes back / exits.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720840" y="3017520"/>
            <a:ext cx="210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13448" y="3017520"/>
            <a:ext cx="46753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013448" y="3429000"/>
            <a:ext cx="467532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/events, /procs, /net, /files, /q… jump straight to a module from any main menu.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20840" y="4343400"/>
            <a:ext cx="210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13448" y="4343400"/>
            <a:ext cx="46753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013448" y="4754880"/>
            <a:ext cx="467532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module asks for a path, regex, time range or PowerShell expression — type it in.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00297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 / 14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ThreatHunter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HUNTING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what should not be running</a:t>
            </a:r>
            <a:endParaRPr lang="en-US" sz="3200" dirty="0"/>
          </a:p>
        </p:txBody>
      </p:sp>
      <p:pic>
        <p:nvPicPr>
          <p:cNvPr id="4" name="Image 0" descr="/sessions/festive-kind-fermat/mnt/outputs/shots/03_procs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94360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12280" y="1554480"/>
            <a:ext cx="4876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/procs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812280" y="20116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086600" y="2011680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snapshot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086600" y="2286000"/>
            <a:ext cx="46021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process table enriched with parent PID, signing status, owner and command line.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12280" y="27889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86600" y="2788920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Parent/child tree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086600" y="3063240"/>
            <a:ext cx="46021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tags surface invalid signatures and processes living in Temp, AppData, ProgramData or Public.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12280" y="35661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86600" y="3566160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by CPU / memory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86600" y="3840480"/>
            <a:ext cx="46021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triage of resource hogs.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12280" y="4343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4343400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DLL inspection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086600" y="4617720"/>
            <a:ext cx="46021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over name/path/cmdline; list loaded modules of any single PID.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12280" y="51206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086600" y="5120640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refresh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086600" y="5394960"/>
            <a:ext cx="46021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3-second loop view for incident watch.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00297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06 / 14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292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ThreatHunter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places attackers like to hide</a:t>
            </a:r>
            <a:endParaRPr lang="en-US" sz="3200" dirty="0"/>
          </a:p>
        </p:txBody>
      </p:sp>
      <p:pic>
        <p:nvPicPr>
          <p:cNvPr id="4" name="Image 0" descr="/sessions/festive-kind-fermat/mnt/outputs/shots/04_persis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94360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12280" y="1554480"/>
            <a:ext cx="4876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covers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81228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086600" y="2011680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&amp; Services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086600" y="2286000"/>
            <a:ext cx="46021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and "non-Microsoft / auto-start" filtered views.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1228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86600" y="2788920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foothold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086600" y="3063240"/>
            <a:ext cx="46021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 RunOnce, IFEO debugger hijacks, Winlogon, AppInit_DLLs.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12280" y="3566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86600" y="3566160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86600" y="3840480"/>
            <a:ext cx="46021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EventFilter / Consumer / Binding triplet.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12280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4343400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086600" y="4617720"/>
            <a:ext cx="46021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folders (machine + user), PowerShell profiles.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12280" y="5120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086600" y="5120640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086600" y="5394960"/>
            <a:ext cx="46021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Non-Microsoft system drivers.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00297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07 / 14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292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ThreatHunter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 IOC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a host against an indicator list</a:t>
            </a:r>
            <a:endParaRPr lang="en-US" sz="3200" dirty="0"/>
          </a:p>
        </p:txBody>
      </p:sp>
      <p:pic>
        <p:nvPicPr>
          <p:cNvPr id="4" name="Image 0" descr="/sessions/festive-kind-fermat/mnt/outputs/shots/05_files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94360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12280" y="1554480"/>
            <a:ext cx="4876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CSV format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812280" y="1965960"/>
            <a:ext cx="4876495" cy="1645920"/>
          </a:xfrm>
          <a:prstGeom prst="roundRect">
            <a:avLst>
              <a:gd name="adj" fmla="val 5556"/>
            </a:avLst>
          </a:prstGeom>
          <a:solidFill>
            <a:srgbClr val="14141A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76872" y="2011680"/>
            <a:ext cx="4547311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type,value,description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sha256,e3b0c44298fc1…,placeholder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ip,185.220.101.1,known-bad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domain,evil-cdn.xyz,c2 sample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filename,mimikatz.exe,creddump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regkey,HKCU:\…\fodhelper,UAC bypass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12280" y="3749040"/>
            <a:ext cx="4876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12280" y="4160520"/>
            <a:ext cx="4876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Hash files → match against md5 / sha1 / sha256 IOCs.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12280" y="4526280"/>
            <a:ext cx="4876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Live TCP remotes → match against ip IOCs.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12280" y="4892040"/>
            <a:ext cx="4876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DNS cache entries → match against domain IOCs.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12280" y="5257800"/>
            <a:ext cx="4876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Running processes → match against filename IOCs.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12280" y="5715000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06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hits auto-flag as CRITICAL findings.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00297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08 / 14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292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ThreatHunter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commands always prompt</a:t>
            </a:r>
            <a:endParaRPr lang="en-US" sz="3200" dirty="0"/>
          </a:p>
        </p:txBody>
      </p:sp>
      <p:pic>
        <p:nvPicPr>
          <p:cNvPr id="4" name="Image 0" descr="/sessions/festive-kind-fermat/mnt/outputs/shots/06_destruc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640080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69480" y="1691640"/>
            <a:ext cx="4419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that trigger a confirm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69480" y="2148840"/>
            <a:ext cx="44192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· Remove-Item · rm · del · Format-Volume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269480" y="2478024"/>
            <a:ext cx="44192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· Stop-Computer · Restart-Computer · shutdown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269480" y="2807208"/>
            <a:ext cx="44192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· Stop-Process · taskkill · Stop-Service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269480" y="3136392"/>
            <a:ext cx="44192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· Clear-EventLog · wevtutil cl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269480" y="3465576"/>
            <a:ext cx="44192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· reg delete · Remove-ItemProperty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269480" y="3794760"/>
            <a:ext cx="44192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· Disable-NetAdapter · netsh advfirewall reset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269480" y="4123944"/>
            <a:ext cx="44192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· Invoke-Expression · iex · DownloadString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269480" y="4453128"/>
            <a:ext cx="44192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· Set-MpPreference -DisableRealtimeMonitoring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4983480"/>
            <a:ext cx="11185855" cy="1371600"/>
          </a:xfrm>
          <a:prstGeom prst="roundRect">
            <a:avLst>
              <a:gd name="adj" fmla="val 6667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507492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behaves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" y="544068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hint, not a hard block. The analyst can still confirm with y to run the command — but it cannot be done by accident. Every command and its output is appended to the session log regardless.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00297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09 / 14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292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ThreatHunter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query, render a table, capture evidence</a:t>
            </a:r>
            <a:endParaRPr lang="en-US" sz="3200" dirty="0"/>
          </a:p>
        </p:txBody>
      </p:sp>
      <p:pic>
        <p:nvPicPr>
          <p:cNvPr id="4" name="Image 0" descr="/sessions/festive-kind-fermat/mnt/outputs/shots/07_resul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08760"/>
            <a:ext cx="777240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89720" y="1554480"/>
            <a:ext cx="2499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Result-view actions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189720" y="20574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D1D22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897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829800" y="2103120"/>
            <a:ext cx="1858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/ JSON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89720" y="28346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D1D22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8972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829800" y="2880360"/>
            <a:ext cx="1858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finding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89720" y="36118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D1D22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8972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829800" y="3657600"/>
            <a:ext cx="1858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rows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89720" y="4389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D1D22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8972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↵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829800" y="4434840"/>
            <a:ext cx="1858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00297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10 / 14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292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ThreatHunter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is its own folder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14141A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ThreatHunt_Output\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└─ 20260507_142133\           # session id (YYYYMMDD_HHMMSS)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├─ session.log              # every action + raw output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├─ exports\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│   ├─ 142357_evt_search.csv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│   ├─ 142412_proc_list.json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│   └─ 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└─ report.md                # consolidated MD on exit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55080" y="1691640"/>
            <a:ext cx="5333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written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55080" y="21945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D1D22"/>
          </a:solidFill>
          <a:ln w="9525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2194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session.log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55080" y="2697480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timestamped. Captures actions, rendered tables and every command run.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34747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D1D22"/>
          </a:solidFill>
          <a:ln w="9525">
            <a:solidFill>
              <a:srgbClr val="D97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34747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exports/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3977640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CSV/JSON snapshots saved on demand from any result view (key e).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47548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D1D22"/>
          </a:solidFill>
          <a:ln w="9525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47548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report.md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5257800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Markdown — session metadata, table of findings, index of exports.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00297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11 / 14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ThreatHunter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 WORKFLOWS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short playbooks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84778" cy="4206240"/>
          </a:xfrm>
          <a:prstGeom prst="roundRect">
            <a:avLst>
              <a:gd name="adj" fmla="val 2624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29361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"Something feels off"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triage in ~10 minutes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651760"/>
            <a:ext cx="2936138" cy="0"/>
          </a:xfrm>
          <a:prstGeom prst="line">
            <a:avLst/>
          </a:prstGeom>
          <a:noFill/>
          <a:ln w="9525">
            <a:solidFill>
              <a:srgbClr val="2E2E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346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23417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/hunt → unsigned binaries running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383280"/>
            <a:ext cx="23417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/hunt → procs from Temp / AppData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3931920"/>
            <a:ext cx="23417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/net  → established TCP + PIDs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48056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4480560"/>
            <a:ext cx="23417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/persist → tasks (non-Microsoft) + run keys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50292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5029200"/>
            <a:ext cx="23417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/q   → save the report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53458" y="1645920"/>
            <a:ext cx="3484778" cy="4206240"/>
          </a:xfrm>
          <a:prstGeom prst="roundRect">
            <a:avLst>
              <a:gd name="adj" fmla="val 2624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7778" y="1874520"/>
            <a:ext cx="29361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sweep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27778" y="2286000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indicators, check this host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27778" y="2651760"/>
            <a:ext cx="2936138" cy="0"/>
          </a:xfrm>
          <a:prstGeom prst="line">
            <a:avLst/>
          </a:prstGeom>
          <a:noFill/>
          <a:ln w="9525">
            <a:solidFill>
              <a:srgbClr val="2E2E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7778" y="28346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22138" y="2834640"/>
            <a:ext cx="23417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launch with -IocFile incident.csv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27778" y="338328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22138" y="3383280"/>
            <a:ext cx="23417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/files → match procs / TCP / DNS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27778" y="393192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22138" y="3931920"/>
            <a:ext cx="23417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/files → hash %TEMP% &amp; %APPDATA%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27778" y="448056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22138" y="4480560"/>
            <a:ext cx="23417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hash matches auto-flag CRITICAL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27778" y="50292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22138" y="5029200"/>
            <a:ext cx="23417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/findings · /report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03997" y="1645920"/>
            <a:ext cx="3484778" cy="4206240"/>
          </a:xfrm>
          <a:prstGeom prst="roundRect">
            <a:avLst>
              <a:gd name="adj" fmla="val 2624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78317" y="1874520"/>
            <a:ext cx="29361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anomaly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478317" y="2286000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behaviour investigation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78317" y="2651760"/>
            <a:ext cx="2936138" cy="0"/>
          </a:xfrm>
          <a:prstGeom prst="line">
            <a:avLst/>
          </a:prstGeom>
          <a:noFill/>
          <a:ln w="9525">
            <a:solidFill>
              <a:srgbClr val="2E2E3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78317" y="28346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72677" y="2834640"/>
            <a:ext cx="23417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/auth → 4625 failed logons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78317" y="338328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072677" y="3383280"/>
            <a:ext cx="23417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/auth → 4624 by LogonType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78317" y="393192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072677" y="3931920"/>
            <a:ext cx="23417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/auth → 4672 privileged · 4648 explicit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478317" y="448056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072677" y="4480560"/>
            <a:ext cx="23417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/auth → account changes (4720…4738)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478317" y="50292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072677" y="5029200"/>
            <a:ext cx="23417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/auth → RDP session history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00297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12 / 14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292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ThreatHunter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file. Run 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858000" cy="4297680"/>
          </a:xfrm>
          <a:prstGeom prst="roundRect">
            <a:avLst>
              <a:gd name="adj" fmla="val 2128"/>
            </a:avLst>
          </a:prstGeom>
          <a:solidFill>
            <a:srgbClr val="14141A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from your usual prompt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B987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C:\Tools\ThreatHunter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B987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.\ThreatHunter.ps1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bypass execution policy (session only)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B987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powershell.exe -ExecutionPolicy Bypass -File .\ThreatHunter.ps1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recommended on a target endpoint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B987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pwsh -NoProfile -File .\ThreatHunter.ps1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load IOCs at startup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438912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B987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.\ThreatHunter.ps1 -IocFile .\iocs.csv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8006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custom output, monochrome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507492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B987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.\ThreatHunter.ps1 -OutputRoot D:\IR\Cases\Q2 -NoColor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35240" y="1691640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3524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C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55280" y="2194560"/>
            <a:ext cx="3733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/ 11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35240" y="2651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C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55280" y="2651760"/>
            <a:ext cx="3733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2016+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35240" y="31089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C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55280" y="3108960"/>
            <a:ext cx="3733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5.1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35240" y="3566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C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0" y="3566160"/>
            <a:ext cx="3733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7+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35240" y="40233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C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0" y="4023360"/>
            <a:ext cx="3733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Terminal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35240" y="4480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C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55280" y="4480560"/>
            <a:ext cx="3733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conhost.exe (legacy)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35240" y="4937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C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55280" y="4937760"/>
            <a:ext cx="3733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terminal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635240" y="53949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C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55280" y="5394960"/>
            <a:ext cx="3733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ConEmu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00297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13 / 14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ThreatHunter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28016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B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sharp.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02920" y="219456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E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Self-contained. Evidence-aware. Built for the analyst on the keyboard.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3291840"/>
            <a:ext cx="5410048" cy="2743200"/>
          </a:xfrm>
          <a:prstGeom prst="roundRect">
            <a:avLst>
              <a:gd name="adj" fmla="val 3333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20440"/>
            <a:ext cx="486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▸  ThreatHunter.ps1   — single-file TUI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4434840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▸  iocs.sample.csv    — starter IOC list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892040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▸  ThreatHunter-Guide.html — UK-English manual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5349240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▸  this deck (.pptx + .pdf)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8728" y="3291840"/>
            <a:ext cx="5410048" cy="2743200"/>
          </a:xfrm>
          <a:prstGeom prst="roundRect">
            <a:avLst>
              <a:gd name="adj" fmla="val 3333"/>
            </a:avLst>
          </a:prstGeom>
          <a:solidFill>
            <a:srgbClr val="1D1D22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3048" y="3520440"/>
            <a:ext cx="486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B9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53048" y="3977640"/>
            <a:ext cx="486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Read the HTML guide — full reference.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53048" y="4434840"/>
            <a:ext cx="486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Drop the .ps1 onto a test VM and explore.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53048" y="4892040"/>
            <a:ext cx="486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Build your own iocs.csv against your threat intel feed.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53048" y="5349240"/>
            <a:ext cx="486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Iterate: add modules, tune patterns, share findings.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00297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14 / 14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ThreatHunter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Internal IR / Threat Hunting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ThreatHunter — A standalone TUI for Windows IR</dc:title>
  <dc:subject>PptxGenJS Presentation</dc:subject>
  <dc:creator>ThreatHunter</dc:creator>
  <cp:lastModifiedBy>ThreatHunter</cp:lastModifiedBy>
  <cp:revision>1</cp:revision>
  <dcterms:created xsi:type="dcterms:W3CDTF">2026-05-07T18:32:49Z</dcterms:created>
  <dcterms:modified xsi:type="dcterms:W3CDTF">2026-05-07T18:32:49Z</dcterms:modified>
</cp:coreProperties>
</file>